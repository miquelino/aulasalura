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9253748f14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9253748f14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9253748f14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9253748f14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9253748f14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9253748f14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9253748f14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9253748f14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9253748f14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9253748f14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9253748f14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9253748f14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9253748f14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9253748f14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253748f14_0_1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9253748f14_0_1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9253748f14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9253748f14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2FWNj7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falvojr@gmail.com" TargetMode="External"/><Relationship Id="rId4" Type="http://schemas.openxmlformats.org/officeDocument/2006/relationships/hyperlink" Target="https://bit.ly/3iSHXc2" TargetMode="External"/><Relationship Id="rId5" Type="http://schemas.openxmlformats.org/officeDocument/2006/relationships/hyperlink" Target="https://www.youracclaim.com/badges/d23b45f3-a10b-4b79-b21d-59bbf777a1a5" TargetMode="External"/><Relationship Id="rId6" Type="http://schemas.openxmlformats.org/officeDocument/2006/relationships/hyperlink" Target="https://www.credential.net/gy7a7rsn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genymotion.c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TÓPICOS ESPECIAIS 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ORIENTADA A OBJETOS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r>
              <a:rPr lang="en"/>
              <a:t>. </a:t>
            </a:r>
            <a:r>
              <a:rPr lang="en"/>
              <a:t>Conceitos fundamentais</a:t>
            </a:r>
            <a:endParaRPr b="1" sz="1800"/>
          </a:p>
        </p:txBody>
      </p:sp>
      <p:sp>
        <p:nvSpPr>
          <p:cNvPr id="87" name="Google Shape;87;p13"/>
          <p:cNvSpPr txBox="1"/>
          <p:nvPr/>
        </p:nvSpPr>
        <p:spPr>
          <a:xfrm>
            <a:off x="598100" y="4406850"/>
            <a:ext cx="3696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Disponível em: </a:t>
            </a:r>
            <a:r>
              <a:rPr b="1"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bit.ly/2FWNj7S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Google Classroom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ul3ojae</a:t>
            </a:r>
            <a:endParaRPr b="1" sz="7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Conteúdo Programático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Introdução ao Android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u="sng"/>
              <a:t>Conceitos fundamentais</a:t>
            </a:r>
            <a:endParaRPr b="1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Estrutura e arquitetura de uma aplicação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Activity, Layouts, Telas, Intent, Services e BroadCastReceiver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Persistência de dados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265500" y="1789500"/>
            <a:ext cx="4045200" cy="15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Venilton FalvoJr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falvojr@gmail.com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</a:rPr>
              <a:t>@falvojr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Repositório: </a:t>
            </a:r>
            <a:r>
              <a:rPr b="1" lang="en" sz="2100" u="sng">
                <a:solidFill>
                  <a:schemeClr val="hlink"/>
                </a:solidFill>
                <a:hlinkClick r:id="rId4"/>
              </a:rPr>
              <a:t>bit.ly/3iSHXc2</a:t>
            </a:r>
            <a:endParaRPr sz="3000"/>
          </a:p>
        </p:txBody>
      </p:sp>
      <p:sp>
        <p:nvSpPr>
          <p:cNvPr id="104" name="Google Shape;104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Estudante de Doutorado na USP, onde contribui junto ao LabES do ICMC, campus de São Carlos.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Possui experiência sólida na área de desenvolvimento de software, com ênfase na análise, construção e arquitetura de aplicações Web e Mobile. Além disso, é certificado nas plataformas </a:t>
            </a:r>
            <a:r>
              <a:rPr b="1" lang="en" u="sng">
                <a:solidFill>
                  <a:schemeClr val="hlink"/>
                </a:solidFill>
                <a:hlinkClick r:id="rId5"/>
              </a:rPr>
              <a:t>Java</a:t>
            </a:r>
            <a:r>
              <a:rPr lang="en"/>
              <a:t>, </a:t>
            </a:r>
            <a:r>
              <a:rPr b="1" lang="en" u="sng">
                <a:solidFill>
                  <a:schemeClr val="hlink"/>
                </a:solidFill>
                <a:hlinkClick r:id="rId6"/>
              </a:rPr>
              <a:t>Android</a:t>
            </a:r>
            <a:r>
              <a:rPr lang="en"/>
              <a:t> e .NET.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Ambiente de Desenvolvimento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JDK</a:t>
            </a:r>
            <a:r>
              <a:rPr b="1" lang="en"/>
              <a:t> </a:t>
            </a:r>
            <a:r>
              <a:rPr lang="en"/>
              <a:t>(Java Development Kit)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Android SDK </a:t>
            </a:r>
            <a:r>
              <a:rPr lang="en"/>
              <a:t>(Software Development Kit)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</a:t>
            </a:r>
            <a:r>
              <a:rPr b="1" lang="en"/>
              <a:t> </a:t>
            </a:r>
            <a:r>
              <a:rPr lang="en"/>
              <a:t>(Integrated Development Environment)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b="1" lang="en" sz="1800"/>
              <a:t>Android Studio</a:t>
            </a:r>
            <a:r>
              <a:rPr lang="en" sz="1800"/>
              <a:t>: build via Gradle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 strike="sngStrike"/>
              <a:t>Eclipse + ADT (depreciado): build via Ant</a:t>
            </a:r>
            <a:r>
              <a:rPr b="1" lang="en" sz="1800"/>
              <a:t>.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/>
              <a:t>Nota: Atualmente o próprio Android Studio se encarrega de instalar todos os itens supracitados. Por isso, basta seguir o seu processo de instalação.</a:t>
            </a:r>
            <a:endParaRPr i="1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SDK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SDK Manager:</a:t>
            </a:r>
            <a:r>
              <a:rPr lang="en"/>
              <a:t> </a:t>
            </a:r>
            <a:r>
              <a:rPr lang="en"/>
              <a:t>provê</a:t>
            </a:r>
            <a:r>
              <a:rPr lang="en"/>
              <a:t> o gerenciamento de pacotes com ferramentas, plataformas (API) e outros componentes; 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AVD Manager:</a:t>
            </a:r>
            <a:r>
              <a:rPr lang="en"/>
              <a:t> fornece múltiplas possibilidades de emulação através de dispositivos virtuais, com as seguintes possibilidades: TV, Smartphones, Tablets e Relógios;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Alternativamente, é interessante considerar outro emuladores de mercado. Entre os mais recomendados está o </a:t>
            </a:r>
            <a:r>
              <a:rPr lang="en" u="sng">
                <a:solidFill>
                  <a:schemeClr val="hlink"/>
                </a:solidFill>
                <a:hlinkClick r:id="rId3"/>
              </a:rPr>
              <a:t>Genymotion</a:t>
            </a:r>
            <a:r>
              <a:rPr lang="en"/>
              <a:t>. Entretanto, assim como o AVG, esses emuladores consomem muita memória, por isso caso tenha um dispositivo físico geralmente é mais recomendado utilizá-lo para a execução dos seus Apps.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/>
        </p:nvSpPr>
        <p:spPr>
          <a:xfrm>
            <a:off x="427050" y="1925700"/>
            <a:ext cx="82899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1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Talk is cheap. </a:t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Show me the code.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/>
              <a:t>Linus Torvalds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