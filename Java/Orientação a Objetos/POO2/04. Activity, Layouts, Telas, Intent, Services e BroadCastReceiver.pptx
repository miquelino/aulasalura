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2b0dcc38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2b0dcc38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2b0dcc382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2b0dcc38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2b0dcc382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2b0dcc382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2b0dcc382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2b0dcc382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2be28f5c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2be28f5c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2be28f5c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2be28f5c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92be28f5c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92be28f5c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38d01f1e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38d01f1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2be28f5c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2be28f5c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2be28f5c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2be28f5c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92b0dcc382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92b0dcc382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4v7pA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falvojr@gmail.com" TargetMode="External"/><Relationship Id="rId4" Type="http://schemas.openxmlformats.org/officeDocument/2006/relationships/hyperlink" Target="https://bit.ly/3iSHXc2" TargetMode="External"/><Relationship Id="rId5" Type="http://schemas.openxmlformats.org/officeDocument/2006/relationships/hyperlink" Target="https://www.youracclaim.com/badges/d23b45f3-a10b-4b79-b21d-59bbf777a1a5" TargetMode="External"/><Relationship Id="rId6" Type="http://schemas.openxmlformats.org/officeDocument/2006/relationships/hyperlink" Target="https://www.credential.net/gy7a7rs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android/app/Activity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guide/components/intents-filter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android.com/training/basics/firstapp/starting-activit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TÓPICOS ESPECIAIS 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Activity, Layouts, Telas, Intent, Services e BroadCastReceiver</a:t>
            </a:r>
            <a:endParaRPr b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06850"/>
            <a:ext cx="3696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Disponível em: </a:t>
            </a:r>
            <a:r>
              <a:rPr b="1"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bit.ly/34v7pAk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ul3ojae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 ao Android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Conceitos fundamentais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Estrutura e arquitetura de uma aplicação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u="sng"/>
              <a:t>Activity</a:t>
            </a:r>
            <a:r>
              <a:rPr lang="en" u="sng"/>
              <a:t>, </a:t>
            </a:r>
            <a:r>
              <a:rPr lang="en" u="sng" strike="sngStrike"/>
              <a:t>Layouts</a:t>
            </a:r>
            <a:r>
              <a:rPr lang="en" u="sng"/>
              <a:t>, </a:t>
            </a:r>
            <a:r>
              <a:rPr lang="en" u="sng" strike="sngStrike"/>
              <a:t>Telas</a:t>
            </a:r>
            <a:r>
              <a:rPr lang="en" u="sng"/>
              <a:t>, </a:t>
            </a:r>
            <a:r>
              <a:rPr b="1" lang="en" u="sng"/>
              <a:t>Intent</a:t>
            </a:r>
            <a:r>
              <a:rPr lang="en" u="sng"/>
              <a:t>, </a:t>
            </a:r>
            <a:r>
              <a:rPr lang="en" u="sng" strike="sngStrike"/>
              <a:t>Services</a:t>
            </a:r>
            <a:r>
              <a:rPr b="1" lang="en" u="sng"/>
              <a:t> </a:t>
            </a:r>
            <a:r>
              <a:rPr lang="en" u="sng"/>
              <a:t>e</a:t>
            </a:r>
            <a:r>
              <a:rPr b="1" lang="en" u="sng"/>
              <a:t> </a:t>
            </a:r>
            <a:r>
              <a:rPr lang="en" u="sng" strike="sngStrike"/>
              <a:t>BroadCastReceiver</a:t>
            </a:r>
            <a:endParaRPr u="sng"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Dialog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RecyclerView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Menu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Persistência de dados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26550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falvojr@gmail.com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@falvojr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bit.ly/3iSHXc2</a:t>
            </a:r>
            <a:endParaRPr sz="3000"/>
          </a:p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Estudante de Doutorado na USP, onde contribui junto ao LabES do ICMC, campus de São Carlos.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Possui experiência sólida na área de desenvolvimento de software, com ênfase na análise, construção e arquitetura de aplicações Web e Mobile. Além disso, é certificado nas plataformas </a:t>
            </a:r>
            <a:r>
              <a:rPr b="1" lang="en" u="sng">
                <a:solidFill>
                  <a:schemeClr val="hlink"/>
                </a:solidFill>
                <a:hlinkClick r:id="rId5"/>
              </a:rPr>
              <a:t>Java</a:t>
            </a:r>
            <a:r>
              <a:rPr lang="en"/>
              <a:t>, </a:t>
            </a:r>
            <a:r>
              <a:rPr b="1" lang="en" u="sng">
                <a:solidFill>
                  <a:schemeClr val="hlink"/>
                </a:solidFill>
                <a:hlinkClick r:id="rId6"/>
              </a:rPr>
              <a:t>Android</a:t>
            </a:r>
            <a:r>
              <a:rPr lang="en"/>
              <a:t> e .NET.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Activity</a:t>
            </a:r>
            <a:endParaRPr i="1"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Uma </a:t>
            </a:r>
            <a:r>
              <a:rPr b="1" i="1" lang="en"/>
              <a:t>Activity</a:t>
            </a:r>
            <a:r>
              <a:rPr b="1" lang="en"/>
              <a:t> </a:t>
            </a:r>
            <a:r>
              <a:rPr lang="en"/>
              <a:t>é basicamente uma </a:t>
            </a:r>
            <a:r>
              <a:rPr b="1" lang="en"/>
              <a:t>classe gerenciadora de UI</a:t>
            </a:r>
            <a:r>
              <a:rPr lang="en"/>
              <a:t> (User Interface). </a:t>
            </a:r>
            <a:r>
              <a:rPr b="1" lang="en"/>
              <a:t>Todo aplicativo Android começa por uma </a:t>
            </a:r>
            <a:r>
              <a:rPr b="1" i="1" lang="en"/>
              <a:t>Activity</a:t>
            </a:r>
            <a:r>
              <a:rPr lang="en"/>
              <a:t>. 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 outras palavras, quando uma aplicação Android é executada, na verdade é a sua</a:t>
            </a:r>
            <a:r>
              <a:rPr b="1" lang="en"/>
              <a:t> </a:t>
            </a:r>
            <a:r>
              <a:rPr b="1" i="1" lang="en"/>
              <a:t>Activity</a:t>
            </a:r>
            <a:r>
              <a:rPr b="1" lang="en"/>
              <a:t> principal</a:t>
            </a:r>
            <a:r>
              <a:rPr lang="en"/>
              <a:t> que é lançada.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Com isso,</a:t>
            </a:r>
            <a:r>
              <a:rPr lang="en"/>
              <a:t> métodos que correspondem aos estágios específicos do </a:t>
            </a:r>
            <a:r>
              <a:rPr b="1" lang="en"/>
              <a:t>ciclo de vida </a:t>
            </a:r>
            <a:r>
              <a:rPr lang="en"/>
              <a:t>desse componente são logicamente acionados.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Ciclo de vida de uma Activity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i="1" lang="en"/>
              <a:t>onCreate</a:t>
            </a:r>
            <a:r>
              <a:rPr b="1" lang="en"/>
              <a:t>: </a:t>
            </a:r>
            <a:r>
              <a:rPr lang="en"/>
              <a:t>chamado quando a Activity é criada; 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i="1" lang="en"/>
              <a:t>onStart</a:t>
            </a:r>
            <a:r>
              <a:rPr b="1" lang="en"/>
              <a:t>: </a:t>
            </a:r>
            <a:r>
              <a:rPr lang="en"/>
              <a:t>chamado após o onCreate, e antes da Activity se tornar visível; 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i="1" lang="en"/>
              <a:t>onResume</a:t>
            </a:r>
            <a:r>
              <a:rPr b="1" lang="en"/>
              <a:t>: </a:t>
            </a:r>
            <a:r>
              <a:rPr lang="en"/>
              <a:t>chamado após o onStart, quando a Activity se torna visível; 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i="1" lang="en"/>
              <a:t>onPause</a:t>
            </a:r>
            <a:r>
              <a:rPr b="1" lang="en"/>
              <a:t>: </a:t>
            </a:r>
            <a:r>
              <a:rPr lang="en"/>
              <a:t>é chamado após o onResume, quando a Activity está para perder a visibilidade para outro componente; 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i="1" lang="en"/>
              <a:t>onStop</a:t>
            </a:r>
            <a:r>
              <a:rPr b="1" lang="en"/>
              <a:t>: </a:t>
            </a:r>
            <a:r>
              <a:rPr lang="en"/>
              <a:t>a Activity não está mais visível para o usuário; 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i="1" lang="en"/>
              <a:t>onDestroy</a:t>
            </a:r>
            <a:r>
              <a:rPr b="1" lang="en"/>
              <a:t>: </a:t>
            </a:r>
            <a:r>
              <a:rPr lang="en"/>
              <a:t>a Activity está prestes a ser destruída.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Developers</a:t>
            </a:r>
            <a:endParaRPr sz="1100"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363" y="557666"/>
            <a:ext cx="7405274" cy="329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427050" y="1925700"/>
            <a:ext cx="82899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Talk is cheap. 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Show me the code.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Linus Torvalds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Intent</a:t>
            </a:r>
            <a:r>
              <a:rPr lang="en"/>
              <a:t> (Intenção)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 </a:t>
            </a:r>
            <a:r>
              <a:rPr i="1" lang="en"/>
              <a:t>Intent</a:t>
            </a:r>
            <a:r>
              <a:rPr lang="en"/>
              <a:t> é um componente que pode ser usado para solicitar uma ação de outro componente em um App Android. Embora os intents facilitem a comunicação entre os componentes de diversas formas, há três casos fundamentais de uso: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Iniciar uma </a:t>
            </a:r>
            <a:r>
              <a:rPr b="1" i="1" lang="en"/>
              <a:t>Activity</a:t>
            </a:r>
            <a:r>
              <a:rPr lang="en"/>
              <a:t>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Iniciar um </a:t>
            </a:r>
            <a:r>
              <a:rPr i="1" lang="en"/>
              <a:t>Service</a:t>
            </a:r>
            <a:r>
              <a:rPr lang="en"/>
              <a:t>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Enviar um </a:t>
            </a:r>
            <a:r>
              <a:rPr i="1" lang="en"/>
              <a:t>Broadcast</a:t>
            </a:r>
            <a:r>
              <a:rPr lang="en"/>
              <a:t>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Intents and Intent Filters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Iniciar uma nova</a:t>
            </a:r>
            <a:r>
              <a:rPr i="1" lang="en"/>
              <a:t> Activity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Criar a “Intenção” de redirecionar para uma nova Activity.</a:t>
            </a:r>
            <a:endParaRPr b="1" sz="1400">
              <a:solidFill>
                <a:srgbClr val="9C27B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Intent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intencao = </a:t>
            </a:r>
            <a:r>
              <a:rPr b="1" lang="en" sz="1400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4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Intent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 sz="1400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4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MinhaOutraActivity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b="1" lang="en" sz="1400">
                <a:solidFill>
                  <a:srgbClr val="3B78E7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b="1"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Caso necessário, informar os dados para trafegar entre as Activities.</a:t>
            </a:r>
            <a:endParaRPr b="1"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intencao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.putExtra(</a:t>
            </a:r>
            <a:r>
              <a:rPr b="1" lang="en" sz="1400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"CHAVE_NOME"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" sz="1400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"Fulano de Tal"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b="1"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Inicializar a “Intenção” em questão.</a:t>
            </a:r>
            <a:endParaRPr b="1"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startActivity(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intencao</a:t>
            </a:r>
            <a:r>
              <a:rPr b="1" lang="en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Start another activity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27050" y="1925700"/>
            <a:ext cx="82899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Talk is cheap. 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Show me the code.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Linus Torvalds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