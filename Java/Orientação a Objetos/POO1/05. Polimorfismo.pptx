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6858000" cy="9144000"/>
  <p:embeddedFontLst>
    <p:embeddedFont>
      <p:font typeface="Roboto"/>
      <p:regular r:id="rId11"/>
      <p:bold r:id="rId12"/>
      <p:italic r:id="rId13"/>
      <p:boldItalic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Roboto-regular.fntdata"/><Relationship Id="rId10" Type="http://schemas.openxmlformats.org/officeDocument/2006/relationships/slide" Target="slides/slide6.xml"/><Relationship Id="rId13" Type="http://schemas.openxmlformats.org/officeDocument/2006/relationships/font" Target="fonts/Roboto-italic.fntdata"/><Relationship Id="rId12" Type="http://schemas.openxmlformats.org/officeDocument/2006/relationships/font" Target="fonts/Roboto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Robo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221318812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221318812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6eb1dad76e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6eb1dad76e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221318812_0_3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221318812_0_3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6f9cde1d2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6f9cde1d2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7bd61387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7bd61387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bit.do/eHLHY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hyperlink" Target="mailto:falvojr@gmail.com" TargetMode="External"/><Relationship Id="rId4" Type="http://schemas.openxmlformats.org/officeDocument/2006/relationships/hyperlink" Target="http://bit.ly/3rM7Sqk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hyperlink" Target="http://www.csharp-examples.net/string-format-datetime" TargetMode="External"/><Relationship Id="rId4" Type="http://schemas.openxmlformats.org/officeDocument/2006/relationships/hyperlink" Target="http://stackoverflow.com/a/3786390/3072570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PROGRAMAÇÃO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ORIENTADA A OBJETOS I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5. Polimorfismo</a:t>
            </a:r>
            <a:endParaRPr b="1" sz="1800"/>
          </a:p>
        </p:txBody>
      </p:sp>
      <p:sp>
        <p:nvSpPr>
          <p:cNvPr id="87" name="Google Shape;87;p13"/>
          <p:cNvSpPr txBox="1"/>
          <p:nvPr/>
        </p:nvSpPr>
        <p:spPr>
          <a:xfrm>
            <a:off x="598100" y="4406850"/>
            <a:ext cx="3696000" cy="4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Disponível em: </a:t>
            </a:r>
            <a:r>
              <a:rPr b="1" lang="en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bit.do/eHLHY</a:t>
            </a:r>
            <a:endParaRPr b="1" sz="18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7172475" y="3250725"/>
            <a:ext cx="1647600" cy="158910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43434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69750" y="3318763"/>
            <a:ext cx="1453050" cy="145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Conteúdo Programático</a:t>
            </a:r>
            <a:endParaRPr/>
          </a:p>
        </p:txBody>
      </p:sp>
      <p:sp>
        <p:nvSpPr>
          <p:cNvPr id="95" name="Google Shape;95;p1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Abstração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Linguagem C#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Encapsulamento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Herança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b="1" lang="en" u="sng"/>
              <a:t>Polimorfismo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Padrões de Projeto (Visão Geral)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Persistência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Plataforma .NET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265500" y="724200"/>
            <a:ext cx="4045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Venilton FalvoJr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falvojr@gmail.com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accent5"/>
                </a:solidFill>
              </a:rPr>
              <a:t>@falvojr</a:t>
            </a:r>
            <a:endParaRPr b="1" sz="2100">
              <a:solidFill>
                <a:schemeClr val="accent5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1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2"/>
                </a:solidFill>
              </a:rPr>
              <a:t>Repositório: </a:t>
            </a:r>
            <a:r>
              <a:rPr b="1" lang="en" sz="2100" u="sng">
                <a:solidFill>
                  <a:schemeClr val="hlink"/>
                </a:solidFill>
                <a:hlinkClick r:id="rId4"/>
              </a:rPr>
              <a:t>bit.ly/3rM7Sqk</a:t>
            </a:r>
            <a:endParaRPr sz="3000"/>
          </a:p>
        </p:txBody>
      </p:sp>
      <p:sp>
        <p:nvSpPr>
          <p:cNvPr id="101" name="Google Shape;101;p15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Estudante de Doutorado na USP, onde contribui junto ao LabES do ICMC, campus de São Carlos.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Possui experiência sólida na área de desenvolvimento de software, com ênfase na análise, construção e arquitetura de aplicações Web e Mobile. Além disso, é certificado nas plataformas Java, Android e .NET.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Polimorfismo</a:t>
            </a:r>
            <a:endParaRPr/>
          </a:p>
        </p:txBody>
      </p:sp>
      <p:sp>
        <p:nvSpPr>
          <p:cNvPr id="107" name="Google Shape;107;p16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Polimorfismo é a </a:t>
            </a:r>
            <a:r>
              <a:rPr b="1" lang="en"/>
              <a:t>capacidade de um objeto poder ser referenciado de várias formas</a:t>
            </a:r>
            <a:r>
              <a:rPr lang="en"/>
              <a:t>. Cuidado, polimorfismo não quer dizer que o objeto fica se transformando, muito pelo contrário, um objeto nasce de um tipo e morre daquele tipo, o que pode mudar é a maneira como nos referimos a ele. 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1600"/>
              </a:spcAft>
              <a:buNone/>
            </a:pPr>
            <a:r>
              <a:rPr b="1" lang="en"/>
              <a:t>A capacidade de tratar objetos criados a partir das classes específicas como objetos de uma classe genérica é chamada de polimorfismo</a:t>
            </a:r>
            <a:r>
              <a:rPr lang="en"/>
              <a:t>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1</a:t>
            </a:r>
            <a:endParaRPr/>
          </a:p>
        </p:txBody>
      </p:sp>
      <p:sp>
        <p:nvSpPr>
          <p:cNvPr id="113" name="Google Shape;113;p17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empresa do Exercício 2 da L</a:t>
            </a:r>
            <a:r>
              <a:rPr lang="en"/>
              <a:t>ição</a:t>
            </a:r>
            <a:r>
              <a:rPr lang="en"/>
              <a:t> anterior deseja implantar um </a:t>
            </a:r>
            <a:r>
              <a:rPr lang="en"/>
              <a:t>Controle de Ponto para registrar a entrada e saída de seus Funcionários. O pagamento dos funcionários depende dessas informações, então o sistema deve registrar o horário, nome e tipo do Funcionário.</a:t>
            </a:r>
            <a:endParaRPr/>
          </a:p>
          <a:p>
            <a:pPr indent="0" lvl="0" marL="0" rtl="0" algn="just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Nesse exercício usaremos o tipo DateTime, além das palavras reservadas </a:t>
            </a:r>
            <a:r>
              <a:rPr b="1" i="1" lang="en"/>
              <a:t>is</a:t>
            </a:r>
            <a:r>
              <a:rPr lang="en"/>
              <a:t> e </a:t>
            </a:r>
            <a:r>
              <a:rPr b="1" i="1" lang="en"/>
              <a:t>as</a:t>
            </a:r>
            <a:r>
              <a:rPr lang="en"/>
              <a:t>.</a:t>
            </a:r>
            <a:endParaRPr/>
          </a:p>
          <a:p>
            <a:pPr indent="0" lvl="0" marL="0" rtl="0" algn="just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Referências: 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Formatar </a:t>
            </a:r>
            <a:r>
              <a:rPr i="1" lang="en"/>
              <a:t>DateTime</a:t>
            </a:r>
            <a:r>
              <a:rPr lang="en"/>
              <a:t>: </a:t>
            </a:r>
            <a:r>
              <a:rPr lang="en" u="sng">
                <a:solidFill>
                  <a:schemeClr val="hlink"/>
                </a:solidFill>
                <a:hlinkClick r:id="rId3"/>
              </a:rPr>
              <a:t>csharp-examples.net/string-format-datetime</a:t>
            </a:r>
            <a:endParaRPr/>
          </a:p>
          <a:p>
            <a:pPr indent="-342900" lvl="0" marL="457200" rtl="0" algn="just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Diferença </a:t>
            </a:r>
            <a:r>
              <a:rPr i="1" lang="en"/>
              <a:t>Is</a:t>
            </a:r>
            <a:r>
              <a:rPr lang="en"/>
              <a:t>/</a:t>
            </a:r>
            <a:r>
              <a:rPr i="1" lang="en"/>
              <a:t>As</a:t>
            </a:r>
            <a:r>
              <a:rPr lang="en"/>
              <a:t>: </a:t>
            </a:r>
            <a:r>
              <a:rPr lang="en" u="sng">
                <a:solidFill>
                  <a:schemeClr val="hlink"/>
                </a:solidFill>
                <a:hlinkClick r:id="rId4"/>
              </a:rPr>
              <a:t>stackoverflow.com/a/3786390/3072570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30075"/>
            <a:ext cx="8520600" cy="294054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Exercício 2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